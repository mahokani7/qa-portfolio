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9728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3A5E"/>
                </a:solidFill>
              </a:rPr>
              <a:t>AI Agent 품질관리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F3A5E"/>
                </a:solidFill>
              </a:rPr>
              <a:t>팀별 발표자료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4871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5F8B"/>
                </a:solidFill>
              </a:rPr>
              <a:t>SW 품질관리 및 모니터링 실무 10일 과정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0" y="914400"/>
            <a:ext cx="4389120" cy="4480560"/>
          </a:xfrm>
          <a:prstGeom prst="roundRect">
            <a:avLst>
              <a:gd name="adj" fmla="val 2500"/>
            </a:avLst>
          </a:prstGeom>
          <a:solidFill>
            <a:srgbClr val="EAF4FB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95160" y="1965960"/>
            <a:ext cx="356616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A5E"/>
                </a:solidFill>
              </a:rPr>
              <a:t>팀명: ________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F3A5E"/>
                </a:solidFill>
              </a:rPr>
              <a:t>발표일: ________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F3A5E"/>
                </a:solidFill>
              </a:rPr>
              <a:t>발표자: ________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784080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팀별 발표자료 템플릿 | 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프로젝트 개요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Agent와 품질관리 범위를 한 장으로 정리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3560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대상 Agent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801368"/>
            <a:ext cx="2962656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서비스명: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주요 기능: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사용자 시나리오: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43560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품질관리 범위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99432" y="1801368"/>
            <a:ext cx="2962656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기능 테스트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로그/모니터링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성능 테스트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결함관리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83880" y="13258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43560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팀 역할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48472" y="1801368"/>
            <a:ext cx="2962656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팀장: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테스터: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모니터링: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결함관리: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발표: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657600"/>
            <a:ext cx="10789920" cy="1371600"/>
          </a:xfrm>
          <a:prstGeom prst="roundRect">
            <a:avLst>
              <a:gd name="adj" fmla="val 5333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767328"/>
            <a:ext cx="10460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이번 발표의 핵심 메시지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" y="4133088"/>
            <a:ext cx="10460736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우리 팀은 어떤 장애를 발견했고, 어떤 지표를 근거로 품질을 개선했는지 2~3문장으로 작성합니다.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784080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팀별 발표자료 템플릿 |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테스트 설계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실행한 테스트케이스와 장애 시나리오 요약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35608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테스트케이스 요약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801368"/>
            <a:ext cx="4882896" cy="342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총 테스트케이스 수: ___건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Pass: ___건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Fail: ___건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Blocked: ___건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주요 검증 포인트: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- Health 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- 정상 질문 응답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- 장애 키워드 입력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- 로그 기록 확인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55080" y="132588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43560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장애 시나리오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19672" y="1801368"/>
            <a:ext cx="4791456" cy="342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장애 유형 1: 500 오류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장애 유형 2: 응답 지연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장애 유형 3: 메트릭 누락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가장 중요한 장애: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발생 원인 추정: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재현 방법: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84080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팀별 발표자료 템플릿 |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모니터링 결과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Prometheus, Grafana, 로그 분석 결과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4416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핵심 지표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709928"/>
            <a:ext cx="3054096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요청 수: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성공률: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오류율: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평균 응답시간: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p95 응답시간: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34416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로그 근거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53712" y="1709928"/>
            <a:ext cx="3054096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오류 로그 위치: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반복 발생 시각: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주요 메시지: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원인 후보: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92440" y="123444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34416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대시보드 캡처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57032" y="1709928"/>
            <a:ext cx="3054096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여기에 Grafana/ELK 화면 캡처를 붙여 넣습니다.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784080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팀별 발표자료 템플릿 |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성능테스트 결과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JMeter 또는 k6 결과를 기준으로 최종 판정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1554480" cy="438912"/>
          </a:xfrm>
          <a:prstGeom prst="rect">
            <a:avLst/>
          </a:prstGeom>
          <a:solidFill>
            <a:srgbClr val="0F3A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52704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도구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1417320"/>
            <a:ext cx="1554480" cy="438912"/>
          </a:xfrm>
          <a:prstGeom prst="rect">
            <a:avLst/>
          </a:prstGeom>
          <a:solidFill>
            <a:srgbClr val="0F3A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68296" y="152704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총 요청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86200" y="1417320"/>
            <a:ext cx="1554480" cy="438912"/>
          </a:xfrm>
          <a:prstGeom prst="rect">
            <a:avLst/>
          </a:prstGeom>
          <a:solidFill>
            <a:srgbClr val="0F3A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22776" y="152704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오류율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1417320"/>
            <a:ext cx="1737360" cy="438912"/>
          </a:xfrm>
          <a:prstGeom prst="rect">
            <a:avLst/>
          </a:prstGeom>
          <a:solidFill>
            <a:srgbClr val="0F3A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77256" y="15270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평균(ms)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78040" y="1417320"/>
            <a:ext cx="1737360" cy="438912"/>
          </a:xfrm>
          <a:prstGeom prst="rect">
            <a:avLst/>
          </a:prstGeom>
          <a:solidFill>
            <a:srgbClr val="0F3A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14616" y="15270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p95(ms)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15400" y="1417320"/>
            <a:ext cx="1828800" cy="438912"/>
          </a:xfrm>
          <a:prstGeom prst="rect">
            <a:avLst/>
          </a:prstGeom>
          <a:solidFill>
            <a:srgbClr val="0F3A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51976" y="152704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판정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1856232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196596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JMeter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31720" y="1856232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68296" y="196596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86200" y="1856232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22776" y="196596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___%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40680" y="1856232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77256" y="1965960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___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78040" y="1856232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14616" y="1965960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___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15400" y="1856232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51976" y="1965960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Pass/Fail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2295144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" y="240487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k6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331720" y="2295144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68296" y="240487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86200" y="2295144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22776" y="240487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___%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40680" y="2295144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77256" y="240487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___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78040" y="2295144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14616" y="240487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___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915400" y="2295144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51976" y="2404872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Pass/Fail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77240" y="3154680"/>
            <a:ext cx="4937760" cy="1554480"/>
          </a:xfrm>
          <a:prstGeom prst="roundRect">
            <a:avLst>
              <a:gd name="adj" fmla="val 4706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1832" y="3264408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판정 기준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41832" y="3630168"/>
            <a:ext cx="4608576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오류율 5% 이하, p95 응답시간 1000ms 이하이면 Pass로 판정합니다.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315468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28232" y="326440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성능 개선 의견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28232" y="3630168"/>
            <a:ext cx="4791456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병목 원인, 개선 방법, 재테스트 필요 여부를 작성합니다.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784080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팀별 발표자료 템플릿 |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결함 및 개선 결과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결함과 조치 후 변화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8016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898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주요 결함 TOP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755648"/>
            <a:ext cx="4791456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1) 결함명 / 심각도 / 근거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2) 결함명 / 심각도 / 근거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3) 결함명 / 심각도 / 근거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55080" y="128016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3898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개선 전후 비교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19672" y="1755648"/>
            <a:ext cx="4791456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개선 전: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개선 활동: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개선 후: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재테스트 결과: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84080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팀별 발표자료 템플릿 |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최종 품질 판정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가능 여부와 팀 의견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3560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최종 판정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" y="1801368"/>
            <a:ext cx="3054096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□ 운영 가능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□ 조건부 가능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□ 개선 필요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132588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43560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판정 근거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45152" y="1801368"/>
            <a:ext cx="3054096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기능 테스트: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모니터링: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성능 테스트: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결함 조치: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83880" y="132588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43560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향후 과제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48472" y="1801368"/>
            <a:ext cx="2871216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3)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3977640"/>
            <a:ext cx="10607040" cy="1280160"/>
          </a:xfrm>
          <a:prstGeom prst="roundRect">
            <a:avLst>
              <a:gd name="adj" fmla="val 5714"/>
            </a:avLst>
          </a:prstGeom>
          <a:solidFill>
            <a:srgbClr val="F8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4087368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팀 회고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1832" y="4453128"/>
            <a:ext cx="1027785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이번 실습에서 배운 점과 실제 QA/운영 업무에 적용할 점을 작성합니다.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784080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팀별 발표자료 템플릿 | 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품질관리 팀별 발표자료 템플릿</dc:title>
  <dc:subject>팀별 발표자료 템플릿</dc:subject>
  <dc:creator>OpenAI</dc:creator>
  <cp:lastModifiedBy>OpenAI</cp:lastModifiedBy>
  <cp:revision>1</cp:revision>
  <dcterms:created xsi:type="dcterms:W3CDTF">2026-06-28T05:46:33Z</dcterms:created>
  <dcterms:modified xsi:type="dcterms:W3CDTF">2026-06-28T05:46:33Z</dcterms:modified>
</cp:coreProperties>
</file>