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2c99a55d2f40b6" /><Relationship Type="http://schemas.openxmlformats.org/officeDocument/2006/relationships/extended-properties" Target="/docProps/app.xml" Id="Rc0b26cc9015f43c3" /><Relationship Type="http://schemas.openxmlformats.org/officeDocument/2006/relationships/officeDocument" Target="/ppt/presentation.xml" Id="Rb6326b666bca49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ff64467f664f89"/>
  </p:sldMasterIdLst>
  <p:notesMasterIdLst>
    <p:notesMasterId xmlns:r="http://schemas.openxmlformats.org/officeDocument/2006/relationships" r:id="Rb92d337549d54417"/>
  </p:notesMasterIdLst>
  <p:sldIdLst>
    <p:sldId xmlns:r="http://schemas.openxmlformats.org/officeDocument/2006/relationships" id="256" r:id="Rd29a764fdf8343e8"/>
    <p:sldId xmlns:r="http://schemas.openxmlformats.org/officeDocument/2006/relationships" id="257" r:id="Rc99813614f654bef"/>
    <p:sldId xmlns:r="http://schemas.openxmlformats.org/officeDocument/2006/relationships" id="258" r:id="Ra092b600b9b44811"/>
    <p:sldId xmlns:r="http://schemas.openxmlformats.org/officeDocument/2006/relationships" id="259" r:id="R15c9623badb54a64"/>
    <p:sldId xmlns:r="http://schemas.openxmlformats.org/officeDocument/2006/relationships" id="260" r:id="R779f59df5f0d4639"/>
    <p:sldId xmlns:r="http://schemas.openxmlformats.org/officeDocument/2006/relationships" id="261" r:id="R2af5e69f09714d40"/>
    <p:sldId xmlns:r="http://schemas.openxmlformats.org/officeDocument/2006/relationships" id="262" r:id="Rf497422523d84f80"/>
    <p:sldId xmlns:r="http://schemas.openxmlformats.org/officeDocument/2006/relationships" id="263" r:id="Rff3b0c55a8c143b3"/>
    <p:sldId xmlns:r="http://schemas.openxmlformats.org/officeDocument/2006/relationships" id="264" r:id="R39a5905d0b3246f8"/>
    <p:sldId xmlns:r="http://schemas.openxmlformats.org/officeDocument/2006/relationships" id="265" r:id="Rfdf6533e806f49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dcc8e765704a72" /><Relationship Type="http://schemas.openxmlformats.org/officeDocument/2006/relationships/slideMaster" Target="/ppt/slideMasters/slideMaster1.xml" Id="Rfcff64467f664f89" /><Relationship Type="http://schemas.openxmlformats.org/officeDocument/2006/relationships/notesMaster" Target="/ppt/notesMasters/notesMaster1.xml" Id="Rb92d337549d54417" /><Relationship Type="http://schemas.openxmlformats.org/officeDocument/2006/relationships/presProps" Target="/ppt/presProps.xml" Id="R5b851230eeb24aee" /><Relationship Type="http://schemas.openxmlformats.org/officeDocument/2006/relationships/viewProps" Target="/ppt/viewProps.xml" Id="R483f972c6bcb4be9" /><Relationship Type="http://schemas.openxmlformats.org/officeDocument/2006/relationships/tableStyles" Target="/ppt/tableStyles.xml" Id="R8061f184b852450f" /><Relationship Type="http://schemas.openxmlformats.org/officeDocument/2006/relationships/slide" Target="/ppt/slides/slide1.xml" Id="Rd29a764fdf8343e8" /><Relationship Type="http://schemas.openxmlformats.org/officeDocument/2006/relationships/slide" Target="/ppt/slides/slide2.xml" Id="Rc99813614f654bef" /><Relationship Type="http://schemas.openxmlformats.org/officeDocument/2006/relationships/slide" Target="/ppt/slides/slide3.xml" Id="Ra092b600b9b44811" /><Relationship Type="http://schemas.openxmlformats.org/officeDocument/2006/relationships/slide" Target="/ppt/slides/slide4.xml" Id="R15c9623badb54a64" /><Relationship Type="http://schemas.openxmlformats.org/officeDocument/2006/relationships/slide" Target="/ppt/slides/slide5.xml" Id="R779f59df5f0d4639" /><Relationship Type="http://schemas.openxmlformats.org/officeDocument/2006/relationships/slide" Target="/ppt/slides/slide6.xml" Id="R2af5e69f09714d40" /><Relationship Type="http://schemas.openxmlformats.org/officeDocument/2006/relationships/slide" Target="/ppt/slides/slide7.xml" Id="Rf497422523d84f80" /><Relationship Type="http://schemas.openxmlformats.org/officeDocument/2006/relationships/slide" Target="/ppt/slides/slide8.xml" Id="Rff3b0c55a8c143b3" /><Relationship Type="http://schemas.openxmlformats.org/officeDocument/2006/relationships/slide" Target="/ppt/slides/slide9.xml" Id="R39a5905d0b3246f8" /><Relationship Type="http://schemas.openxmlformats.org/officeDocument/2006/relationships/slide" Target="/ppt/slides/slide10.xml" Id="Rfdf6533e806f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079888f66e43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78f19a611244ba" /><Relationship Type="http://schemas.openxmlformats.org/officeDocument/2006/relationships/notesMaster" Target="/ppt/notesMasters/notesMaster1.xml" Id="Ra53c684edfe841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88b20949ae46f2" /><Relationship Type="http://schemas.openxmlformats.org/officeDocument/2006/relationships/notesMaster" Target="/ppt/notesMasters/notesMaster1.xml" Id="R765ca138fde84a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8eae7279884147" /><Relationship Type="http://schemas.openxmlformats.org/officeDocument/2006/relationships/notesMaster" Target="/ppt/notesMasters/notesMaster1.xml" Id="R6bb02df0ef2e42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26178601764db1" /><Relationship Type="http://schemas.openxmlformats.org/officeDocument/2006/relationships/notesMaster" Target="/ppt/notesMasters/notesMaster1.xml" Id="Rb6b16d47b8cb4e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8d9f93f9b04406" /><Relationship Type="http://schemas.openxmlformats.org/officeDocument/2006/relationships/notesMaster" Target="/ppt/notesMasters/notesMaster1.xml" Id="R64a2d579a89f4c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797e33890a44ac" /><Relationship Type="http://schemas.openxmlformats.org/officeDocument/2006/relationships/notesMaster" Target="/ppt/notesMasters/notesMaster1.xml" Id="Rfbff99952ebb4f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6122f553ed48e9" /><Relationship Type="http://schemas.openxmlformats.org/officeDocument/2006/relationships/notesMaster" Target="/ppt/notesMasters/notesMaster1.xml" Id="R94b4f6676f3144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82caa45b214969" /><Relationship Type="http://schemas.openxmlformats.org/officeDocument/2006/relationships/notesMaster" Target="/ppt/notesMasters/notesMaster1.xml" Id="R362e961f03544d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9c0a74a19a4ea5" /><Relationship Type="http://schemas.openxmlformats.org/officeDocument/2006/relationships/notesMaster" Target="/ppt/notesMasters/notesMaster1.xml" Id="Ra08de9c63c8343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2baaf285f246ad" /><Relationship Type="http://schemas.openxmlformats.org/officeDocument/2006/relationships/notesMaster" Target="/ppt/notesMasters/notesMaster1.xml" Id="R8f09b0c804e64c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프로그램의 상태를 먼저 제시합니다. 기능 회귀는 통과했지만 운영 배포 판단은 기존 Judge 기준을 유지합니다.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- 내부: quality_diagnosis/reports/test_execution_history.jsonl</a:t>
            </a:r>
          </a:p>
          <a:p xmlns:a="http://schemas.openxmlformats.org/drawingml/2006/main">
            <a:r>
              <a:t>- 내부: http://127.0.0.1:8000/healthz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재현된 문제는 인증 실패와 크레딧 부족이 일반 502로 합쳐지고 공급자 원문이 노출된 것이었습니다.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- 내부: docs/발표자료_개발과정_2026-07-14_현재.md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웹 API 경계에서 공급자 오류를 안전한 표준 오류로 변환합니다.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utils/api_resilience.py</a:t>
            </a:r>
          </a:p>
          <a:p xmlns:a="http://schemas.openxmlformats.org/drawingml/2006/main">
            <a:r>
              <a:t>- 내부: web_app.py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구현은 중앙 오류 정책, 웹 연결, 회귀 테스트, 운영 문서를 동시에 갱신했습니다.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utils/api_resilience.py</a:t>
            </a:r>
          </a:p>
          <a:p xmlns:a="http://schemas.openxmlformats.org/drawingml/2006/main">
            <a:r>
              <a:t>- 내부: web_app.py</a:t>
            </a:r>
          </a:p>
          <a:p xmlns:a="http://schemas.openxmlformats.org/drawingml/2006/main">
            <a:r>
              <a:t>- 내부: tests/test_web_quality.py</a:t>
            </a:r>
          </a:p>
          <a:p xmlns:a="http://schemas.openxmlformats.org/drawingml/2006/main">
            <a:r>
              <a:t>- 내부: quality_diagnosis/test_release_defects.py</a:t>
            </a:r>
          </a:p>
          <a:p xmlns:a="http://schemas.openxmlformats.org/drawingml/2006/main">
            <a:r>
              <a:t>- 내부: README.md</a:t>
            </a:r>
          </a:p>
          <a:p xmlns:a="http://schemas.openxmlformats.org/drawingml/2006/main">
            <a:r>
              <a:t>- 내부: pyproject.toml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분류 정확성뿐 아니라 비밀 비노출과 실행 가능한 복구 안내까지 완료 기준으로 삼았습니다.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utils/api_resilience.py</a:t>
            </a:r>
          </a:p>
          <a:p xmlns:a="http://schemas.openxmlformats.org/drawingml/2006/main">
            <a:r>
              <a:t>- 내부: tests/test_web_quality.py</a:t>
            </a:r>
          </a:p>
          <a:p xmlns:a="http://schemas.openxmlformats.org/drawingml/2006/main">
            <a:r>
              <a:t>- 내부: quality_diagnosis/test_release_defects.py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2026-08-03 재검증에서 전체 회귀 130건, 주요 웹 경로, Agent 준비 상태를 확인했습니다.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pytest 130 passed (2026-08-03)</a:t>
            </a:r>
          </a:p>
          <a:p xmlns:a="http://schemas.openxmlformats.org/drawingml/2006/main">
            <a:r>
              <a:t>- 내부: quality_diagnosis/reports/test_evidence_quality_suite_20260803_101306_616153.txt</a:t>
            </a:r>
          </a:p>
          <a:p xmlns:a="http://schemas.openxmlformats.org/drawingml/2006/main">
            <a:r>
              <a:t>- 내부: quality_diagnosis/reports/test_evidence_ecommerce_offline_e2e_20260803_100840_252345.txt</a:t>
            </a:r>
          </a:p>
          <a:p xmlns:a="http://schemas.openxmlformats.org/drawingml/2006/main">
            <a:r>
              <a:t>- 내부: http://127.0.0.1:8000/healthz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변경의 검증 통과와 운영 배포 승인은 서로 다른 판정입니다.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quality_diagnosis/reports/test_execution_history.jsonl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사용자는 오류 코드가 아니라 화면에 표시된 조치를 따라 복구할 수 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utils/api_resilience.py</a:t>
            </a:r>
          </a:p>
          <a:p xmlns:a="http://schemas.openxmlformats.org/drawingml/2006/main">
            <a:r>
              <a:t>- 내부: README.md</a:t>
            </a:r>
          </a:p>
          <a:p xmlns:a="http://schemas.openxmlformats.org/drawingml/2006/main">
            <a:r>
              <a:t>- 내부: web_app.py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API 키와 공급자 원문은 소스·웹·로그·발표자료에 기록하지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utils/api_resilience.py</a:t>
            </a:r>
          </a:p>
          <a:p xmlns:a="http://schemas.openxmlformats.org/drawingml/2006/main">
            <a:r>
              <a:t>- 내부: tests/test_web_quality.py</a:t>
            </a:r>
          </a:p>
          <a:p xmlns:a="http://schemas.openxmlformats.org/drawingml/2006/main">
            <a:r>
              <a:t>- 내부: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수정은 릴리스 검증을 통과했습니다. 운영 배포는 독립 Judge 95점, 사람 승인, 운영 보안 검증 이후 판단합니다.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- 내부: docs/발표자료_개발과정_2026-07-14_현재.md</a:t>
            </a:r>
          </a:p>
          <a:p xmlns:a="http://schemas.openxmlformats.org/drawingml/2006/main">
            <a:r>
              <a:t>- 내부: quality_diagnosis/reports/test_execution_history.jsonl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28dcb4adc43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a161691824c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e86f2ab0b45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5b218169947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36f69239e4c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38101003a4db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e19f2f7bb4d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9b68f13d0407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f7c86dea845c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bc83f1fa140d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c5f1713fd4191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A454593-62C9-4ABB-BDD2-D710F32C72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DE916C05-7420-493A-A9FC-831C3D6136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C88DAF37-E2AD-4B5B-90B7-EB78377754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243A005B-DC9D-4E8C-866C-5EC9FC08A2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206A91D-B905-4085-9DF9-775EF4D107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50C4F76-CB28-48FB-8904-78FBA7FD7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1457DF4E-7EBB-4D88-BF4A-E5595F5691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FF1FD96-26AD-4200-B2EC-26D3F5790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5F92DA6-37F6-42E3-913F-F54263585C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74D8D00-59A2-4373-AB05-9D3A2790D4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BD89D36-7BAD-4402-90C5-78B9D08F9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C2584CB-8ADA-4105-8AB1-781C673399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18A7B8C5-BDD2-4824-B198-98417955F2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8643008F-C758-41B9-8EEF-6F065E1D95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C32A008-797D-4E07-B1B1-682758373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D79F685-90F6-4A3C-9FCC-442ECDC686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57A95B9-898C-47ED-AC75-B35196E21C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42781E9E-55E8-44DF-B738-71428A8473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91E6BEB2-A2FE-4007-9255-4E5C63EA37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AFE995B-D302-4BE5-854E-DC3251724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271A9577-91FA-4096-AE65-D050BD98BB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01F880D-62F4-4993-9365-3D39EFF4DB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7B0D156-2C52-43AC-92AD-C3A5FD3F59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4EAB1EB7-86F4-4231-8073-84050A41947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34D0BF0D-F527-4228-963A-884A5CA235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88ECB851-69A8-4151-A619-E209FD9457D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F35E8431-301B-444F-B176-0096C6ADDB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195657B8-68F6-4FA6-935F-9212708398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C5CC1C83-7B23-4971-977F-D7BF08622A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82DDAEE-4B6C-4CAC-99F4-5FCDCD4F9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2301DF90-D292-4EF1-AF75-D51ECAEC10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75A726C2-D11A-419D-A877-E6A94D5E6B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DAB86369-A00E-44EC-9BF4-F4921A5A6D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354428BE-5A18-4F02-A710-AA96E3CBDE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91C93A20-D5EB-42EB-A129-B9F125D830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D4FF9B78-AA3C-472D-B349-0CF7426834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6651EFA-2818-4F49-9375-A178181E1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A32D4BE6-0864-40CA-8786-37268951D0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C818BCD8-FFD4-4750-9CF7-C8A88F9227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C572DDF2-8E48-4E80-B0C2-E98D628A4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4E5AD866-28C3-48ED-8D41-8AFDCB9455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35401FF8-72AA-471D-A336-7D7A885A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DDD6CA2-8B55-4135-8582-D994F9A5C2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168B08EF-2BDC-45C0-A3BF-C5C26F0B9F8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93ACD827-9708-42A2-AE88-314D19E87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7E17F8CC-E954-4BF8-96AC-6985DE9F51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70816FE-EF61-497E-81D5-C09C828946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D7732BDC-A7C8-4215-8FA8-0367459A8F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D0E6A70-BAC7-44CB-9506-1F1E54EB2F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60C2927-1043-495C-9F37-424C9C3FCE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90EBE04-1F71-4E5E-9E42-2380D096F4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2AA8DD97-0196-493B-8B38-E012945B20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EBAECFB-EE22-4C12-91E3-9896D0B7D9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9BBC245C-35C8-4A05-8970-5E570C512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CE072F7-8B90-42AB-8CB1-8E7120CD4B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C9E1598-8611-4013-82A1-0FD905FB55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955650D-CCE2-40F3-9BE8-9DD9D74E98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08F61B1-74ED-464F-A054-0FFE93AAA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a53819eabc4687" /><Relationship Type="http://schemas.openxmlformats.org/officeDocument/2006/relationships/slideLayout" Target="/ppt/slideLayouts/slideLayout1.xml" Id="Rc6817ce2b9ee4039" /><Relationship Type="http://schemas.openxmlformats.org/officeDocument/2006/relationships/slideLayout" Target="/ppt/slideLayouts/slideLayout2.xml" Id="R0581622cbe864173" /><Relationship Type="http://schemas.openxmlformats.org/officeDocument/2006/relationships/slideLayout" Target="/ppt/slideLayouts/slideLayout3.xml" Id="R68415131300145f1" /><Relationship Type="http://schemas.openxmlformats.org/officeDocument/2006/relationships/slideLayout" Target="/ppt/slideLayouts/slideLayout4.xml" Id="R999cd554ea71405c" /><Relationship Type="http://schemas.openxmlformats.org/officeDocument/2006/relationships/slideLayout" Target="/ppt/slideLayouts/slideLayout5.xml" Id="Rff9cb026c8ee445a" /><Relationship Type="http://schemas.openxmlformats.org/officeDocument/2006/relationships/slideLayout" Target="/ppt/slideLayouts/slideLayout6.xml" Id="R04eb4eb1b3f24673" /><Relationship Type="http://schemas.openxmlformats.org/officeDocument/2006/relationships/slideLayout" Target="/ppt/slideLayouts/slideLayout7.xml" Id="R2c6fe29329af4345" /><Relationship Type="http://schemas.openxmlformats.org/officeDocument/2006/relationships/slideLayout" Target="/ppt/slideLayouts/slideLayout8.xml" Id="R1d0d66e39c24446b" /><Relationship Type="http://schemas.openxmlformats.org/officeDocument/2006/relationships/slideLayout" Target="/ppt/slideLayouts/slideLayout9.xml" Id="R57f10fa5ba0644a1" /><Relationship Type="http://schemas.openxmlformats.org/officeDocument/2006/relationships/slideLayout" Target="/ppt/slideLayouts/slideLayout10.xml" Id="Rfd46d06431f24b0a" /><Relationship Type="http://schemas.openxmlformats.org/officeDocument/2006/relationships/slideLayout" Target="/ppt/slideLayouts/slideLayout11.xml" Id="R0d3f6e6dde5c442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894F4D8E-A4E8-4A09-8564-1E7C27F84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25206C0-1184-4648-ADEE-A7D16459C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906AB63-A062-4809-B5DC-17C1A9FF06F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BD642BE-115E-4A81-943C-6B035E3BC80E}" type="datetimeFigureOut">
              <a:t>2026-07-29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40300BA-3B55-4CD2-A06D-B46192B2A7E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0967F5E-17D4-4EB3-9847-94C9F8F290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817ce2b9ee4039"/>
    <p:sldLayoutId xmlns:r="http://schemas.openxmlformats.org/officeDocument/2006/relationships" id="2147483650" r:id="R0581622cbe864173"/>
    <p:sldLayoutId xmlns:r="http://schemas.openxmlformats.org/officeDocument/2006/relationships" id="2147483651" r:id="R68415131300145f1"/>
    <p:sldLayoutId xmlns:r="http://schemas.openxmlformats.org/officeDocument/2006/relationships" id="2147483652" r:id="R999cd554ea71405c"/>
    <p:sldLayoutId xmlns:r="http://schemas.openxmlformats.org/officeDocument/2006/relationships" id="2147483653" r:id="Rff9cb026c8ee445a"/>
    <p:sldLayoutId xmlns:r="http://schemas.openxmlformats.org/officeDocument/2006/relationships" id="2147483654" r:id="R04eb4eb1b3f24673"/>
    <p:sldLayoutId xmlns:r="http://schemas.openxmlformats.org/officeDocument/2006/relationships" id="2147483655" r:id="R2c6fe29329af4345"/>
    <p:sldLayoutId xmlns:r="http://schemas.openxmlformats.org/officeDocument/2006/relationships" id="2147483656" r:id="R1d0d66e39c24446b"/>
    <p:sldLayoutId xmlns:r="http://schemas.openxmlformats.org/officeDocument/2006/relationships" id="2147483657" r:id="R57f10fa5ba0644a1"/>
    <p:sldLayoutId xmlns:r="http://schemas.openxmlformats.org/officeDocument/2006/relationships" id="2147483658" r:id="Rfd46d06431f24b0a"/>
    <p:sldLayoutId xmlns:r="http://schemas.openxmlformats.org/officeDocument/2006/relationships" id="2147483659" r:id="R0d3f6e6dde5c442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98c5a4921941fe" /><Relationship Type="http://schemas.openxmlformats.org/officeDocument/2006/relationships/notesSlide" Target="/ppt/notesSlides/notesSlide1.xml" Id="Rd20110fd34c34d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01ef4599dc45ce" /><Relationship Type="http://schemas.openxmlformats.org/officeDocument/2006/relationships/notesSlide" Target="/ppt/notesSlides/notesSlide2.xml" Id="R9c1ef01dad4443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cd82075d1947c2" /><Relationship Type="http://schemas.openxmlformats.org/officeDocument/2006/relationships/notesSlide" Target="/ppt/notesSlides/notesSlide3.xml" Id="R0aeb53f0dc4840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0399ce8f1c4baf" /><Relationship Type="http://schemas.openxmlformats.org/officeDocument/2006/relationships/notesSlide" Target="/ppt/notesSlides/notesSlide4.xml" Id="R3da0a17202fe42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d442f60a3e4876" /><Relationship Type="http://schemas.openxmlformats.org/officeDocument/2006/relationships/notesSlide" Target="/ppt/notesSlides/notesSlide5.xml" Id="Rd0b80211d26644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47dbae93a14e06" /><Relationship Type="http://schemas.openxmlformats.org/officeDocument/2006/relationships/notesSlide" Target="/ppt/notesSlides/notesSlide6.xml" Id="R53d6589268ed42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8b7121bae941cc" /><Relationship Type="http://schemas.openxmlformats.org/officeDocument/2006/relationships/notesSlide" Target="/ppt/notesSlides/notesSlide7.xml" Id="R165ff8b475ae43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3a7fc79fa64d03" /><Relationship Type="http://schemas.openxmlformats.org/officeDocument/2006/relationships/notesSlide" Target="/ppt/notesSlides/notesSlide8.xml" Id="R119a638cc8e446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4ee029fdee4492" /><Relationship Type="http://schemas.openxmlformats.org/officeDocument/2006/relationships/notesSlide" Target="/ppt/notesSlides/notesSlide9.xml" Id="R1a1e74c0b0b343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fceeb8e3dc415b" /><Relationship Type="http://schemas.openxmlformats.org/officeDocument/2006/relationships/notesSlide" Target="/ppt/notesSlides/notesSlide10.xml" Id="Rda85d099732d44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C8F3B9E-C170-4606-B845-B27CB685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93EA3D92-16ED-42B9-AC79-07F31CCE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84200"/>
            <a:ext cx="1549400" cy="35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727493-CB06-4F55-ADA3-ED3235AC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0400"/>
            <a:ext cx="13335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2026.08.03 · QA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C7C2D0-7CDE-4ABD-925B-6A1EA638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82550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VOC_Improve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7B89D8F-1792-4184-928B-2378D38A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09800"/>
            <a:ext cx="9906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89D3E0"/>
                </a:solidFill>
                <a:latin typeface="맑은 고딕"/>
                <a:ea typeface="맑은 고딕"/>
                <a:cs typeface="맑은 고딕"/>
              </a:rPr>
              <a:t>안전한 외부 LLM 오류 처리와 QA Control Center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057844-5DD2-4266-96B0-F52FD6C6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5300"/>
            <a:ext cx="97790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D2E1F0"/>
                </a:solidFill>
                <a:latin typeface="맑은 고딕"/>
                <a:ea typeface="맑은 고딕"/>
                <a:cs typeface="맑은 고딕"/>
              </a:rPr>
              <a:t>오류 분류 → 비밀 마스킹 → 복구 안내 → 130/130 검증 → 운영 HOLD 유지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1E7C88F5-D056-4998-9C7B-542CEFDB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F772BFA-EF18-4699-AA39-05A88643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1CD9154-4B97-4B8E-87D4-A4982591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130/130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357DBB-8E51-4F33-8D8F-58F60207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전체 회귀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A89424C9-117C-4829-A0DB-0221B9B7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2E56750-6EBD-4DC7-A76E-C3F41E59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3762205-8273-4152-85D2-AF98B03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6/6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87AA4A-EEF4-4650-BFC0-083ECD7F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Agent 준비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A8C3AFF0-D04C-4D64-A7A4-7A6EB98B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94F8552F-A97B-4AAA-A23F-4D682EE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7C978E4-1D1E-4D77-A662-F03A9B9B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32/32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2931FF2-0581-454F-A373-F61A5314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품질 Suite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41E86E7A-F48F-4A76-B821-00464557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69DB071-4A4B-4CCB-80E6-12A94E49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623"/>
          </a:solidFill>
          <a:ln xmlns:a="http://schemas.openxmlformats.org/drawingml/2006/main">
            <a:solidFill>
              <a:srgbClr val="EBA62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C9C9D16-246F-44F5-BC43-807A810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HOLD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7E0B873-7ED6-42E6-99F7-2572F53C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운영 배포판정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6F7DA0A-A324-4BB5-81C5-4B34F1E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160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2026. 08. 03 · VOC_Improve 품질 개선 발표</a:t>
            </a:r>
          </a:p>
          <a:p xmlns:a="http://schemas.openxmlformats.org/drawingml/2006/main">
            <a:r>
              <a:rPr sz="120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3팀 : 김경숙, 나병진, 정진웅, 최성우</a:t>
            </a:r>
          </a:p>
        </p:txBody>
      </p:sp>
    </p:spTree>
    <p:extLst>
      <p:ext uri="{BB962C8B-B14F-4D97-AF65-F5344CB8AC3E}">
        <p14:creationId xmlns:p14="http://schemas.microsoft.com/office/powerpoint/2010/main" val="6375841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2D6189D-4612-46C1-8501-7C049A1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C772109-7ED0-4F56-B2E9-6CF4CE21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01 · TODAY'S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50B4A0-5B0C-43BB-8D38-7D9D9565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외부 API 실패를 안전하고 복구 가능한 안내로 바꿨습니다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43202D-4120-43CE-BA5B-AC3328B9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48F04F1A-A3B1-4BF8-BFB9-1E91148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1500"/>
            <a:ext cx="3352800" cy="302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88F76E2-866F-47E2-85A9-4FBAF8EC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095500"/>
            <a:ext cx="6604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B41C144-1B25-4B67-8864-EAE7180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679700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오류 혼합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68F2FB-DB85-4046-8FF9-9EC7CCCE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390900"/>
            <a:ext cx="2794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인증·크레딧·사용량 실패가
모두 502로 표시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5DEB6F6-7EC5-4ED9-881A-7BB53C18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470400"/>
            <a:ext cx="9144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09657A9-0D78-443F-8810-4A8D34D8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841500"/>
            <a:ext cx="3352800" cy="302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C874C43-59C6-4491-A3D7-C675ECC9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095500"/>
            <a:ext cx="6604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EF38495-BA39-4818-B81D-A98329B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679700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비밀 노출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91CB05A-D272-473E-9FE6-451F0DDE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390900"/>
            <a:ext cx="2794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키 일부와 공급자 JSON이
오류 카드에 노출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47B466E7-5FE8-4FCB-BEDF-34206B33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470400"/>
            <a:ext cx="9144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AC8CE521-E211-40E2-BA57-CB03625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41500"/>
            <a:ext cx="3352800" cy="302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1CCADC-2255-49D2-AEB0-1F2020BF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6604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69E8755-D186-4009-8B22-5A5FDF64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9700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복구 불가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CE3BEDC-E065-452C-84D6-23F783B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2794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사용자가 다음 조치를
판단하기 어려움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5171C736-B6C2-4DC2-8AED-F07DBB94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0400"/>
            <a:ext cx="9144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623"/>
          </a:solidFill>
          <a:ln xmlns:a="http://schemas.openxmlformats.org/drawingml/2006/main">
            <a:solidFill>
              <a:srgbClr val="EBA62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46926DE-3B8F-44E3-BF83-9F372B14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4800"/>
            <a:ext cx="108712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핵심 목표  |  API 경계에서 안전·분류·복구 가능성을 동시에 확보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EF874DF-8480-487C-B6ED-CE524009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9F7E2D6-00B3-4BE9-B64E-AF69EACD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15445953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B3C7A0D-9CBF-41B5-94BD-555C6340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1F81E5-DCE4-4C16-908E-A4EB825D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02 · SAFE ERROR FLOW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E6F9CF-13CC-497D-BC28-07E1A4E0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공급자 오류를 분류·마스킹한 뒤 한국어 조치로 전달합니다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1C15C9-1C50-4950-86A0-F89DF2E7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F0090FB0-BFB6-462B-85C4-F8004DD1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D9A3DA-463F-406D-893D-C70E88C5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EA3672-9BB7-4D05-9AA9-FBF06BBC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844800"/>
            <a:ext cx="1574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사용자 요청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F021144-31F5-4915-B22D-7DD99AB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단건·배치 분석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057C19-040F-4F64-92B8-AC2B79C3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80140D64-48A8-42AF-B2A0-AAF671FA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FA904BF-65F3-479C-B140-BD5C55C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DFDCE64-2ABB-497A-9A5B-BBAC3937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2844800"/>
            <a:ext cx="15748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공급자 오류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7B51BA1-3A17-4010-ADEE-60BECE6B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OpenAI·Anthropic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E8C3EF-D720-4C53-A6D9-40CC7196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C95B4B52-5D1B-4851-B318-D04B9C15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599C383-ADD2-4CE9-9063-C948EFE2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BD2E81-00C7-4ACF-9D2B-6855EF30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44800"/>
            <a:ext cx="1574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비밀 마스킹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7069C5F-1DEF-4A9E-90D4-01A7B50D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키·원문 제거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3D9E0AE-EEFC-4788-82EB-743894D2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242B6135-EF62-47BF-9A2B-61198DB5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6F2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338F3DF-87B2-4A2A-9005-AE7F2E8F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6595AF9-69C8-4E7A-A7E9-B3B9E426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844800"/>
            <a:ext cx="1574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HTTP 분류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0B159D9-EA87-4CEF-ABA8-37DE9679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401 · 402 · 429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D2B80D3-F70C-41B5-A885-3CABAFA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D3066FB-1CE8-42CC-B7BD-B12A4CD0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A007630-BBC1-4575-8E1A-C25FE57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B5AC014-6281-4259-8FA8-AF25525D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844800"/>
            <a:ext cx="15748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복구 안내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4A48C9-0E4F-4C0C-BD66-59A39AF7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교체 · 결제 · 재시도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5B03A1D-F93A-4519-87DC-9DAA6C1B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00" y="4635500"/>
            <a:ext cx="8585200" cy="78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>
            <a:solidFill>
              <a:srgbClr val="B5D3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C86B4B1-C331-46F7-BAC8-ACEA2F70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4889500"/>
            <a:ext cx="80264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공급자 원문은 웹에 노출하지 않고 사용자 행동만 남깁니다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F3237B9-F76F-451B-92C0-C052A4A5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1253B404-A6C5-4285-861A-32C4D9B4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3788076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7C9DD0C-9072-434E-8610-A6535E9B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CDAC77-D67D-49A0-8F63-C3714B21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03 · IMPLEMENTATION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F008E4-8415-4BB1-83AB-C70D7636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분류·마스킹·복구 안내를 코드와 웹과 테스트에 함께 반영했습니다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9E51AC-A578-4D98-AEA5-593C5EF1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14A7878B-FA91-4FF9-8D47-35571DF4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51A3D69-7157-457C-9913-578C0C1B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243EAD5-353E-4980-9E97-2865F8A3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3114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1A6574A-CA46-44FE-B922-55DB36AE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20828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utils/api_resilience.py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06368A7-EF0F-4677-8D90-EF72125F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25654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오류 분류·안내 중앙화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2ABD50F6-C622-4D63-A094-7E517AD1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8034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5EE03E6-4877-43D3-A7CB-D96A1586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8034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8C5FA74-2107-4E27-B988-ECE0D3E6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3114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AF305C9-A545-4246-99A5-4D550ACC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0828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web_app.py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2276E16-5947-434A-86A5-E7BA8859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5654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HTTP 상태·오류 카드 연결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EF2FC371-B18F-479B-97CE-97AA76B6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8034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4D379FC2-4010-449C-B443-EDBBB5AF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8034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84DA527-B931-411B-BFB1-EE861DAB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114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22B9225-A45F-4462-8887-AEA47A35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828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web_quality.py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B3989AF-B0BC-47D3-9701-8C6CB2A2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654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웹 오류 회귀 3종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6F81480E-F186-4FB9-A33E-51805A45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68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38AABFF8-DB58-42B2-AE94-DDA9E725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68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EDF6AF0-3EA0-49C1-8620-47E0894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41148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644F372-21A5-4F91-A3DD-E7B2EF80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38862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release_defects.py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DE44538-C867-498D-8924-C348C99C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43688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공급자 결함 회귀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AE2DBCFA-09C8-4100-9423-FC7EE91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6068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F46A1014-8EAB-4201-975E-AE371A3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6068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8E73FF6-D106-49C4-B914-ECA6612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1148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0D4C4E8-291A-4950-8139-51318452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38862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README.md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1F76B38-3343-4F96-8F68-75DD2512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43688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운영자 복구 절차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6C209A19-296F-4A2B-B8E6-FCDCC5F4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068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881DEC30-31A9-4DA0-AEFC-B7A286E9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068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93151E1-DEA3-4569-B0BD-E4C30697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D24E3EF-9F90-45BC-AEF7-0C95EAB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pyproject.toml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C205587-7895-4316-AE66-FB41EB80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88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비동기·HTTP 테스트 고정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3F102D8B-8635-483B-8B26-DD923B5B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769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핵심 산출물: 오류 분류 → 비밀 마스킹 → 사용자 복구 안내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5E81555-8314-4A2A-9C59-55023826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7037F00-6D71-4ACE-8D89-DB67B107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3590175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B716C77-A59D-4A07-B174-EEB5469C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6CE62C8-A24E-4362-B60A-94805E96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04 · ACCEPTANCE CRITERIA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6F00564-E9CC-4539-BECB-3FA29673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3개 오류 코드와 7개 안전·복구 조건을 함께 검증했습니다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490639-BB6B-4134-9695-9A75DEB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CA67129F-E048-4710-93B7-E971790F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80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673302-F59B-4F38-B5B7-7FA4E696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9431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3235995-9CDB-4DA7-B344-D40A4C9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19177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인증 실패  |  HTTP 401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4853C9FE-B6BE-4825-88A9-77C5A353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17780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C334D8-9D42-4579-9EBA-44F12B0B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CE718C-794D-4201-95BB-B5AD919F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177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키 패턴  |  마스킹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CE80D9F7-43AE-4206-88D4-2641116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54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8704304-261C-40BC-B943-5F6D9FD1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7305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AC6695-0F76-4890-A228-D4368643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27051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크레딧 부족  |  HTTP 402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44995AAA-2549-4AEE-9F47-9871ED2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25654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503E04-5770-4A72-B4E8-D4127F20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05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1BE9B7A-2A13-4228-9745-BF60156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051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공급자 JSON  |  비노출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DA7F993D-5474-4B78-A19C-089D68F2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0E97394-BE18-43EF-AD0B-FEC2D7B1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35179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494A6A6-BA19-4347-8F06-AC9FA8B2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34925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사용량 제한  |  HTTP 429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AFAB3950-AD8E-4A9D-9D17-ED8D8D3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33528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4D0BE98-CBB9-40F8-9AAA-250B1067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79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955EC29-F644-43AA-8A22-FCF84975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925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.env 교체·재시작 안내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687543C3-7B4C-4B38-B3C7-37C87B6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02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8C6F7EA-F65D-43BA-B69D-C0BAD787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43053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FE08523-C554-4E45-BF4F-3EB695EB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42799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한국어 오류 카드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8E243A2-F3C8-43BC-8B40-29C808CA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1402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17D594F-9C4D-4767-BF7A-6DD405F9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91BE08B-EF44-4691-BCAE-1C9922A1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799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결제·한도 확인 안내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7F64EECE-6FF5-4618-88DE-FF88671A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76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282B289-661E-49D7-A16D-7C0D6465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50927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5DA87D2-89F7-4D4C-94E9-C04D8FD3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50673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동시성 축소·재시도 안내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7174BC63-A10C-4691-BAFF-0CE40B73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9276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CAB1C44-776B-4687-AE57-F5DF318B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927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FB1CF91-18D6-4CA2-B968-A4848BD5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실제 비밀값 기록 금지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B6FBF84-83A0-4C81-B4C7-485518C9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3개 오류 코드 + 7개 안전·복구 조건을 함께 통과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47B9C01-59EE-482C-8C80-A0153571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EF09209-4B4C-4405-97F4-1190D0C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19317538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00BF157E-5DD7-4232-B843-C56FA41E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502C271-784B-4EC4-9E36-558EEF9B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05 · VERIFICATION &amp; DECISION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3D5C3D1-A9FA-4EC8-A6AB-4B24BC30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오늘 변경은 회귀 PASS, 운영 배포는 기존 HOLD를 유지했습니다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7FE8D5-3DC4-4668-ACA6-03A62F02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7480170D-2078-4D3C-8255-F159EA1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80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EEF0242-57CC-4B05-8932-63021E80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917700"/>
            <a:ext cx="939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EF8B175-CD65-4058-ACCF-8AF3F8F5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780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220BA3A-AB0E-4486-B12C-833FF6A4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917700"/>
            <a:ext cx="1701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증적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0E543C28-67B4-468A-9692-CBE547F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780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93D968-D5CE-432A-B72C-3A8C444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1917700"/>
            <a:ext cx="1701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E07458C-57CF-4C17-9062-4C36ADA3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78000"/>
            <a:ext cx="330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7EC4223-5579-4279-A233-FB14886E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1917700"/>
            <a:ext cx="3098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C11687EF-211A-4C4E-B0DF-4595D0AC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1778000"/>
            <a:ext cx="241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5E92744-6A04-4BFD-AB8F-E4C489ED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1917700"/>
            <a:ext cx="2209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판정·의미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DF25023F-4CF7-42AF-8AF4-7EA49E33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14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FBB1E68-BAE6-4C2E-904D-65CFF416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5273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45B2F737-8354-4B11-946E-856E83A6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114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DBE5EA-BA57-4913-8F18-990B2BED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5273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신규 오류 회귀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659F3E5E-6FC6-4B3A-8135-9B66480C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114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A8FFB79-5430-4D9B-B477-62EA9153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25273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5/5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E9FF97F1-6700-4B74-BC77-A866C1ED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114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7CC20E7-0BCE-426B-9EA4-344087E4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5273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5/5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3E93CF6B-8A66-4ED3-9976-8813E9CC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23114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C4FB958-DAF3-4B52-9D12-B4561B13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25273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PASS · 분류/마스킹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6AD8FF33-374C-4420-93F5-0ECDF0CB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26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B155FF2-28BB-4060-A2E9-A14ACF0F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2385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F9035AA1-043C-4236-AE0C-E3DBDFD5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26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1B3685C-6F56-4FE5-A81B-805C83A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2385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전체 회귀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A516E140-9ED1-4E6D-BA77-0EDBFE23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226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48FACEF-020B-4132-B702-8C7756AD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32385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130/130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E3946B0B-D186-4600-B7CF-C3D9469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226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9205BC3-59D9-4C6C-B07C-74E788E8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2385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130/130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904CE78-3CE6-44B7-B083-69159029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0226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093A691-FF7F-463E-AD4A-2CFE7309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32385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PASS · 기능 보존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0209E644-87C0-4545-A096-C198D562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7381468-5A16-4A6C-851F-1C5264A6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9497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C2D8B36-EF40-4C02-853D-B983994E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338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2F7FF2B-3113-4429-A6D9-78D5AACB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9497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오프라인 E2E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78917204-971A-46E4-B7F4-E6C76BF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338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F918787-CADF-4850-8234-3608121A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39497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3/3 · 91.6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F0A5CC18-E107-47E2-81E3-E73D9705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338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DC3D5123-C42E-4871-9487-76F29B33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9497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3/3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B91CD1CE-4856-418F-9656-FB8F3D56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7338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FB93D150-9735-49E1-B4EC-BC62CB47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39497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PASS · 응답 경로</a:t>
            </a:r>
          </a:p>
        </p:txBody>
      </p:sp>
      <p:sp>
        <p:nvSpPr>
          <p:cNvPr id="46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D3914E66-0346-4EF8-B0F2-CEBCEF46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50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1C92C3F7-97C8-4CE0-BB3D-C3CD1242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6609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7DE53E64-3775-485A-AF78-D9CC77FE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450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1206C52B-5934-4FA2-9E2D-120DC49E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46609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웹·Agent</a:t>
            </a:r>
          </a:p>
        </p:txBody>
      </p:sp>
      <p:sp>
        <p:nvSpPr>
          <p:cNvPr id="50" name="직사각형 49">
            <a:extLst xmlns:a="http://schemas.openxmlformats.org/drawingml/2006/main">
              <a:ext uri="{FF2B5EF4-FFF2-40B4-BE49-F238E27FC236}">
                <a16:creationId xmlns:a16="http://schemas.microsoft.com/office/drawing/2014/main" id="{74A8E163-4F3A-4218-ADBE-C13B7D5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450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686ADDDA-5305-4204-8B97-4D28E01D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46609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5/5 · 6/6</a:t>
            </a:r>
          </a:p>
        </p:txBody>
      </p: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8A2AC80B-E09D-4CE4-9634-5B6A9929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450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F0E3770-BE65-4AA2-8E86-620CEA3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46609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5/5 · 6/6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FCA5F14-9568-41AA-90BC-6C202969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4450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4EE3A1FB-709F-43FD-9A75-F27B569D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46609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PASS · 서비스 준비</a:t>
            </a:r>
          </a:p>
        </p:txBody>
      </p:sp>
      <p:sp>
        <p:nvSpPr>
          <p:cNvPr id="56" name="사각형: 둥근 모서리 55">
            <a:extLst xmlns:a="http://schemas.openxmlformats.org/drawingml/2006/main">
              <a:ext uri="{FF2B5EF4-FFF2-40B4-BE49-F238E27FC236}">
                <a16:creationId xmlns:a16="http://schemas.microsoft.com/office/drawing/2014/main" id="{771EEFE0-A0CA-4852-AFFF-A5E25CD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5600"/>
            <a:ext cx="106680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F4CF8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AE5C666A-FE64-45A1-BC4E-DAA5FFE1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613400"/>
            <a:ext cx="10160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오늘 변경은 검증 PASS, 운영 배포는 Judge 89점 &lt; 95점으로 HOLD 유지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9177974-87FD-48F2-A1D5-2C17A4B3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6EDD5C45-2D5E-424B-A507-1B7AB8D4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20792952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FAD7598-6BAD-42CF-A2FC-A8A4B1E2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D8BF78-4D21-4536-BA50-66E29557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06 · TODAY'S VERIFIED RESULTS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AC3324F-39FA-437F-96D3-74A6216C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개발 검증 PASS와 운영 배포 승인을 분리해 판단했습니다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AA48D3-851B-44C8-B9A5-59C10A43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C2D74857-412D-451E-A4EC-658BE417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BD87E5B-5243-4F11-A911-45D1619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7D10DF-E3EE-4A7C-A507-5E44DF5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130/130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0564145-9274-428B-A071-03C52A4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전체 회귀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8BC2BC24-5000-42A9-8008-CC4370D2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1F47EBD8-688E-466F-BA6F-C938F069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6BA415C-CFED-41E4-852B-1E34F361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32/32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1DB0A26-4E01-4BB1-8D3B-1CC9235A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품질 Suite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7A16D962-C5EA-4455-B4E5-815BBE0C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E0082130-BB31-4EB8-A439-9232D7E8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8A6CA96-636D-46F6-ACD4-16F9C8A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5/5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141A6BF-D0EA-46F5-80E4-45669987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신규 오류 회귀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4AB7F112-6F4C-406D-918C-2F63EE44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2562EE91-E45F-41E5-941A-FBA8E05B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4CA2C36-CCE2-488E-9DDA-26ECC797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3/3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21D15F-9947-4D0D-807C-AC8FD49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오프라인 E2E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85663C0E-733D-4CEB-ADE5-D596A951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A033EFFA-D33C-4966-B5FF-C1189BB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DB296E8-9F6D-43F8-AF2F-2A82D3A8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91.6점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0451EE4-16F6-471D-A5AB-07952AA9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E2E 평균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A347973B-DB58-4238-8877-1BDADA4A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61467249-7464-441C-BAC4-00EEC14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2B5DDDF-2FDB-40A1-B338-6BF3F6BE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6/6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37B22E8-5666-4C4A-B1C6-95559FCE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Agent 준비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BFD9AE25-98D9-4FEF-AA5A-C4296E48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EB451609-C8BF-45A6-861A-D75D119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F059B2C-A0F5-466F-AFEC-D0BB6E78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5/5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8520706-21DD-4EF7-B5D2-92C23F4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주요 URL 200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B10A233D-F180-4F1D-9B3D-6869874C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CFBCE7BC-6AE6-47F0-87C2-BB0A2539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623"/>
          </a:solidFill>
          <a:ln xmlns:a="http://schemas.openxmlformats.org/drawingml/2006/main">
            <a:solidFill>
              <a:srgbClr val="EBA62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B2C3636-8536-4941-9CCA-ECB6A8DC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HOLD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79D0D8D-EC4D-4B2F-8B71-034967FA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운영 배포판정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F27A510A-1AC1-4786-9D6D-F432F67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668000" cy="939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>
            <a:solidFill>
              <a:srgbClr val="B5D3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89EED99-4FA6-4779-B10F-AB88B03A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029200"/>
            <a:ext cx="101092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회귀 PASS ≠ 운영 승인 · 기존 Judge 89/95 기준은 그대로 적용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A52B1DE-E887-4B2D-83E7-BFC63D99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410200"/>
            <a:ext cx="101092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증적 기준: 2026-08-03 pytest · 공식 TXT/XML/HTML/JUnit · /healthz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DFA6B1C-32FF-489B-89D3-C6CF561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FB1562-72FE-44DE-B199-D663D82A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6508176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4D728EF-731A-4247-9A01-6C138727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A59C69-9E69-4CCF-BC69-A9F57E0D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07 · WEB RECOVERY GUIDE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85D2D5-F65D-4322-8B2E-E026A899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오류 유형마다 바로 실행할 복구 행동을 제공합니다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F8C0F7-B035-4662-8FAD-B300A5DB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4A02281-03B3-428A-908A-C16F661F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8000"/>
            <a:ext cx="7493000" cy="71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3689CF-475F-417B-A077-905D0C58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981200"/>
            <a:ext cx="2159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인증 실패 · 401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66F1B8-24FB-4353-BABC-ADFB782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1981200"/>
            <a:ext cx="1270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.env 키 교체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98EDFD-8A43-4BFA-8A05-8DE10FF3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203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Agent 재시작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460462-A4AF-440A-AAAF-AE2B9BE6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1981200"/>
            <a:ext cx="889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READY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934BD90E-CC2A-4271-9952-B26DD741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2400"/>
            <a:ext cx="7493000" cy="71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D076E-1646-4CA9-8FE9-EB59097F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895600"/>
            <a:ext cx="2159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크레딧 부족 · 402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19671B-3788-470A-97DC-29026AD0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2895600"/>
            <a:ext cx="1270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결제·한도 확인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C52E88-6B38-4512-975B-84503497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203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충전 후 재시도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7605F7-705C-4429-B420-50CC9DFA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2895600"/>
            <a:ext cx="889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READY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B8D553FC-9AA6-4B2F-970C-57E9E6BC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6800"/>
            <a:ext cx="7493000" cy="71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B9E7F8F-9BF2-436B-8097-E06A171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810000"/>
            <a:ext cx="2159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사용량 제한 · 429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9B28146-3250-4B29-905F-77827C1D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3810000"/>
            <a:ext cx="1270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잠시 후 재시도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78B4F86-9B3C-402D-A046-32A6015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03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동시 실행 1건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756203E-A1F7-4FBC-82F0-8A978D6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3810000"/>
            <a:ext cx="889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READY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9B1D9B01-D7E1-4475-8F23-77378F83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78000"/>
            <a:ext cx="2667000" cy="2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F4CF8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07F7173-8092-4B43-99BA-50712DFC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108200"/>
            <a:ext cx="21082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안전 응답 조건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7D3808-D220-479D-80F6-AA080735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628900"/>
            <a:ext cx="21082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DONE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472391C-A96F-4E6B-9240-F559D6D3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3505200"/>
            <a:ext cx="21082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실제 키·원문 0건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37E5D445-5299-4E58-84AD-F61C9B34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1400"/>
            <a:ext cx="106680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ECEE"/>
          </a:solidFill>
          <a:ln xmlns:a="http://schemas.openxmlformats.org/drawingml/2006/main">
            <a:solidFill>
              <a:srgbClr val="E8B1B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61D5A30-958A-422C-A112-81ABB1BB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105400"/>
            <a:ext cx="101092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오류 코드 → 사용자 조치 → Agent 재확인 → 분석 재실행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7244EA5-A4D5-461F-8A58-6B33856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FD2EBE2-F103-4C16-8CA3-AFFF6488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20872682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04664A6-58B1-4C2B-AB9E-B520A958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9C9A85-18FB-4A1F-94E6-32EDF8A2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08 · ERROR RESPONSE SECURITY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05E3EA5-889B-4A31-BB8D-9FC6D478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오류 안내에서도 비밀값과 원문을 보호합니다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4C4A4C-1DA6-4E9E-937F-20DBD7D3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D9A11745-6810-48EB-990E-16D6ED2D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F27AB1-1530-44B3-ACCE-E841AAE5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8796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626D318-2152-491F-903C-0E311405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8415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API 키 일부 노출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222B57-FECF-473E-89D3-6D105CE2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18415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AA117466-DBFB-4294-AFDF-BFEF52C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01995A5-F354-4CA1-88DD-253F4FAF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키 패턴 자동 마스킹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95660339-9A05-45B0-8644-7F328B11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00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2A27F58-BCE2-4DE0-AB7A-79A2AE43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7432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B2A7581-78F2-4C1E-A1E0-592DE3E2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27051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영문 공급자 JSON 노출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DE13DC7-04E7-4508-9BAF-25356ED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27051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7EDC825D-6D8F-44BB-A891-5262B475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00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88BD0AF-C6CA-482B-B95D-69A9D2DD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표준 한국어 메시지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3275345B-59A7-480E-914F-AB24C162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36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677FE00-9D46-44D6-A144-8EE7657C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36068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AB162C0-D18A-454F-B012-39F6C6A9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35687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모든 실패가 일반 502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680FDBF-49C8-4297-85EB-6D6102BD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5687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8D10C21A-D0CC-4A41-9396-4645329E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36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B7F499E-637F-48B5-8B53-1C3FE58D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87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401 · 402 · 429 분리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BCCC66A9-EDC2-4D91-AF17-DC8447F3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95C7E62-003E-41D0-85AC-AE60896D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44704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725003D-2CB5-449F-BF82-9CB50B67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44323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무조건 재시도 안내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296561E-C55F-4A07-A035-4A122C9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44323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0E1B9DCE-BC9D-4EC9-8AAA-B1FDB362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72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C6DE24F-2F45-4F16-B74B-86A2F7A0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23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원인별 제한된 복구 조치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A4809FE7-AD6E-4773-B72E-53F583C2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4800"/>
            <a:ext cx="3302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A7B34AEF-A4BD-47EA-8F71-470106F5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48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C1836D0-62C4-47AE-8B5C-F599DDFA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575300"/>
            <a:ext cx="2921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3F6D1F2-8F19-49F4-8664-CE1DC58B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070600"/>
            <a:ext cx="292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실제 비밀값 노출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7134F5A5-DD23-4E43-AA0C-75B8C6CC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4800"/>
            <a:ext cx="7086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6178AE4-E732-4321-BE81-CB52CDAD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575300"/>
            <a:ext cx="1524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89D3E0"/>
                </a:solidFill>
                <a:latin typeface="맑은 고딕"/>
                <a:ea typeface="맑은 고딕"/>
                <a:cs typeface="맑은 고딕"/>
              </a:rPr>
              <a:t>오늘 핵심 증적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ECF04B3-A104-4D8D-90D6-FA6C26B9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956300"/>
            <a:ext cx="6477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api_resilience · 웹 회귀 · 공식 품질 보고서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E2BFA3E-433A-49EC-9D5B-CFAD4FC4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오늘 프로그램 점검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611FBAF-E192-453A-A3E7-5DE9428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08.03</a:t>
            </a:r>
          </a:p>
        </p:txBody>
      </p:sp>
    </p:spTree>
    <p:extLst>
      <p:ext uri="{BB962C8B-B14F-4D97-AF65-F5344CB8AC3E}">
        <p14:creationId xmlns:p14="http://schemas.microsoft.com/office/powerpoint/2010/main" val="4152562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B8AE888-A624-4B38-A46D-ADA33CD4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721C7D-787B-4106-B8AE-30011F4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09 · CONCLUSION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57A8BD-E4D4-483F-919A-7BA4F13A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오늘 프로그램은 안전한 오류 처리와 130/130 회귀를 통과했습니다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49E7D0-4359-4CC1-A935-9D19FD9F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AD41C0B6-4272-4ECC-8B32-14E2085E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7200"/>
            <a:ext cx="5080000" cy="322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AAB8EDB-F9E9-413C-BA6A-A38EFC7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032000"/>
            <a:ext cx="43180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오늘 완료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36C00E9-191C-4A3A-A30A-AC56486A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2418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✓ 401·402·429 오류 분류
✓ 키·공급자 원문 마스킹
✓ 웹 복구 안내 연결
✓ 130/130 · Agent 6/6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D58ECFC0-359E-49F9-AAEA-0A6B10B0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27200"/>
            <a:ext cx="5181600" cy="322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F4CF8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3AE3D75-7168-416E-9BAC-6EB3CDDE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2032000"/>
            <a:ext cx="43180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운영 배포 조건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34EEFC-354A-4729-8D48-84A3D702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42926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1. 독립 Judge 95점 이상 재검증
2. 사람 최종 승인 기록
3. 인증·TLS·부하 운영 검증
4. 공급자 키·크레딧 운영 관리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1EA9B818-5B1D-433D-AEA7-2C664C7C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672AF4-43A4-4CA8-9F44-D460E58E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588000"/>
            <a:ext cx="101092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안전한 오류 → 실행 가능한 복구 → 자동 증적 → 보수적 배포판정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816507-5FAB-431F-B81F-CE5BE409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Q&amp;A · http://127.0.0.1:8000/presentation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3792336-4D09-43B5-B73A-E424BBE6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2026.08.03</a:t>
            </a:r>
          </a:p>
        </p:txBody>
      </p:sp>
    </p:spTree>
    <p:extLst>
      <p:ext uri="{BB962C8B-B14F-4D97-AF65-F5344CB8AC3E}">
        <p14:creationId xmlns:p14="http://schemas.microsoft.com/office/powerpoint/2010/main" val="340640248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2026-08-03T02:42:16.5900000Z</dcterms:created>
  <dcterms:modified xsi:type="dcterms:W3CDTF">2026-08-03T02:42:16.5900000Z</dcterms:modified>
</coreProperties>
</file>