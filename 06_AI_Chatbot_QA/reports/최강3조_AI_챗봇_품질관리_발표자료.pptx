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9728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3A5E"/>
                </a:solidFill>
              </a:rPr>
              <a:t>AI 교육과정 안내 챗봇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F3A5E"/>
                </a:solidFill>
              </a:rPr>
              <a:t>품질관리 프로젝트 발표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24871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5F8B"/>
                </a:solidFill>
              </a:rPr>
              <a:t>SW 품질관리 및 모니터링 실무 10일 과정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83680" y="914400"/>
            <a:ext cx="4389120" cy="4480560"/>
          </a:xfrm>
          <a:prstGeom prst="roundRect">
            <a:avLst>
              <a:gd name="adj" fmla="val 2500"/>
            </a:avLst>
          </a:prstGeom>
          <a:solidFill>
            <a:srgbClr val="EAF4FB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95160" y="1965960"/>
            <a:ext cx="356616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A5E"/>
                </a:solidFill>
              </a:rPr>
              <a:t>팀명: 최강3조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F3A5E"/>
                </a:solidFill>
              </a:rPr>
              <a:t>발표일: 2026. 07. 09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F3A5E"/>
                </a:solidFill>
              </a:rPr>
              <a:t>발표자: 최강3조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784080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최강3조 발표자료 | 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프로젝트 개요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기반 Agent와 API 기반 Agent의 품질을 비교하고 운영 지표까지 연결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35608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대상 Agent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801368"/>
            <a:ext cx="2962656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서비스명: AI 교육과정 안내 챗봇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주요 기능: 교육시간, 출결, 수료 기준, 취업지원 등 과정 문의 응답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사용자 시나리오: 교육생이 과정 규정 질문 → 챗봇 응답 → 품질 자동 평가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34840" y="132588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435608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품질관리 범위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99432" y="1801368"/>
            <a:ext cx="2962656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기능 테스트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로그/모니터링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성능 테스트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결함관리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83880" y="132588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1435608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팀 역할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48472" y="1801368"/>
            <a:ext cx="2962656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팀장: 최강3조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테스터: 테스트케이스 설계 및 실행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모니터링: Prometheus/Grafana/k6 지표 확인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결함관리: FAIL 사례 Jira 등록 및 추적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발표: 결과 보고서와 Docker 통합 실행 시연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3657600"/>
            <a:ext cx="10789920" cy="1371600"/>
          </a:xfrm>
          <a:prstGeom prst="roundRect">
            <a:avLst>
              <a:gd name="adj" fmla="val 5333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767328"/>
            <a:ext cx="10460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이번 발표의 핵심 메시지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0392" y="4133088"/>
            <a:ext cx="10460736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규칙 기반과 API 기반 응답을 동일 기준으로 평가하고, 실패 사례를 결함으로 연결했습니다. 마지막 단계에서는 Docker Compose로 FastAPI, Streamlit, Prometheus, Grafana를 한 번에 실행해 환경 차이를 줄였습니다.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784080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최강3조 발표자료 |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테스트 설계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Happy, Edge, Negative 케이스로 정확성·근거성·유용성·안전성 검증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7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35608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테스트케이스 요약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801368"/>
            <a:ext cx="4882896" cy="3429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총 테스트케이스 수: 10건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Pass: 규칙 기반 6건 / API 기반 3건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Fail: 규칙 기반 4건 / API 기반 7건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Blocked: 0건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주요 검증 포인트: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- 교육시간/출결/수료 기준 정상 응답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- 문서 외 질문 제한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- 안전·위험 요청 방어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- 자동 평가 결과와 결함 등록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355080" y="132588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7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43560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장애 시나리오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19672" y="1801368"/>
            <a:ext cx="4791456" cy="3429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장애 유형 1: 필수 키워드 누락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장애 유형 2: 문서 근거 부족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장애 유형 3: 유용성 낮은 일반 실패 응답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가장 중요한 장애: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API 기반 응답의 취약 지표: 유용성 (30.0점)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발생 원인 추정: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784080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검색 문맥 부족 또는 프롬프트가 정책 수치/예외 조건을 충분히 강제하지 못함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모니터링 결과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Prometheus 직접 조회 화면과 Grafana 상세 대시보드 연결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F7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34416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핵심 지표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709928"/>
            <a:ext cx="3054096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요청 수: k6 기준 361건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성공률: checks 100.0%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오류율: 0.00%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평균 응답시간: 3.76ms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p95 응답시간: 7.58ms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23444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F7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34416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로그 근거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53712" y="1709928"/>
            <a:ext cx="3054096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오류 로그 위치: reports/k6_summary.json, reports/evaluation_result.json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반복 발생 시각: 테스트 수행 이력의 RUN 단위로 추적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주요 메시지: FAIL 판정, 취약 지표, k6 응답시간/오류율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원인 후보: RAG 검색 근거 부족, 규칙 키워드 누락, 예외 조건 안내 미흡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92440" y="123444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134416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대시보드 캡처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57032" y="1709928"/>
            <a:ext cx="3054096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운영 모니터링 화면에서 Prometheus API를 직접 조회하고, Grafana 열기 버튼으로 상세 대시보드를 확인합니다.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784080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최강3조 발표자료 | 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성능테스트 결과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k6 결과를 기준으로 응답시간과 오류율 최종 판정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1554480" cy="438912"/>
          </a:xfrm>
          <a:prstGeom prst="rect">
            <a:avLst/>
          </a:prstGeom>
          <a:solidFill>
            <a:srgbClr val="0F3A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52704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도구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1417320"/>
            <a:ext cx="1554480" cy="438912"/>
          </a:xfrm>
          <a:prstGeom prst="rect">
            <a:avLst/>
          </a:prstGeom>
          <a:solidFill>
            <a:srgbClr val="0F3A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68296" y="152704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총 요청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86200" y="1417320"/>
            <a:ext cx="1554480" cy="438912"/>
          </a:xfrm>
          <a:prstGeom prst="rect">
            <a:avLst/>
          </a:prstGeom>
          <a:solidFill>
            <a:srgbClr val="0F3A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22776" y="152704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오류율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40680" y="1417320"/>
            <a:ext cx="1737360" cy="438912"/>
          </a:xfrm>
          <a:prstGeom prst="rect">
            <a:avLst/>
          </a:prstGeom>
          <a:solidFill>
            <a:srgbClr val="0F3A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77256" y="152704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평균(ms)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78040" y="1417320"/>
            <a:ext cx="1737360" cy="438912"/>
          </a:xfrm>
          <a:prstGeom prst="rect">
            <a:avLst/>
          </a:prstGeom>
          <a:solidFill>
            <a:srgbClr val="0F3A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14616" y="152704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p95(ms)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15400" y="1417320"/>
            <a:ext cx="1828800" cy="438912"/>
          </a:xfrm>
          <a:prstGeom prst="rect">
            <a:avLst/>
          </a:prstGeom>
          <a:solidFill>
            <a:srgbClr val="0F3A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51976" y="152704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판정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1856232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" y="196596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JMeter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31720" y="1856232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68296" y="196596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-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86200" y="1856232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22776" y="196596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-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40680" y="1856232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77256" y="1965960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-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78040" y="1856232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14616" y="1965960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-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15400" y="1856232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51976" y="1965960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미사용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" y="2295144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3816" y="240487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k6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331720" y="2295144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68296" y="240487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361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886200" y="2295144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22776" y="240487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0.00%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40680" y="2295144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77256" y="240487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3.76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178040" y="2295144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14616" y="240487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7.58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915400" y="2295144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51976" y="2404872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PASS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77240" y="3154680"/>
            <a:ext cx="4937760" cy="1554480"/>
          </a:xfrm>
          <a:prstGeom prst="roundRect">
            <a:avLst>
              <a:gd name="adj" fmla="val 4706"/>
            </a:avLst>
          </a:prstGeom>
          <a:solidFill>
            <a:srgbClr val="F7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1832" y="3264408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판정 기준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41832" y="3630168"/>
            <a:ext cx="4608576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오류율 1% 이하, p95 응답시간 3000ms 이하이면 Pass로 판정합니다.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63640" y="315468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28232" y="326440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성능 개선 의견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28232" y="3630168"/>
            <a:ext cx="4791456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20 VUs 기준 오류율은 낮고 p95 응답시간은 기준 이내입니다. 다만 품질 FAIL 케이스가 남아 있어 응답 품질 개선 후 동일 k6 조건으로 회귀 테스트가 필요합니다.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784080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최강3조 발표자료 | 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결함 및 개선 결과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FAIL 사례를 결함으로 등록하고 재시작 후에도 상태를 유지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80160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F7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3898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주요 결함 TOP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755648"/>
            <a:ext cx="4791456" cy="3794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1) 필수 정책 수치 누락 / High / 교육시간·수료 기준 답변 실패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2) 문서 근거 부족 / Medium / RAG 검색 결과와 답변 불일치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3) 유용성 낮은 실패 응답 / Medium / 사용자에게 대안 안내 부족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355080" y="1280160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F7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3898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개선 전후 비교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19672" y="1755648"/>
            <a:ext cx="4791456" cy="3794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개선 전: API 기반 합격률 30.0%, 결함 9건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개선 활동: 결과보고서, 고도화 지표, Jira 자동등록, 운영 모니터링, Docker 통합 실행 추가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개선 후: 테스트 수행 이력별 품질 지표와 결함 상태를 화면/보고서에서 추적 가능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재테스트 결과: Docker Compose 환경에서 동일 조건 재실행 가능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784080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최강3조 발표자료 | 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최종 품질 판정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가능 여부와 팀 의견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43560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최종 판정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41832" y="1801368"/>
            <a:ext cx="3054096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□ 운영 가능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■ 조건부 가능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□ 개선 필요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0" y="132588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143560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판정 근거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45152" y="1801368"/>
            <a:ext cx="3054096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기능 테스트: 규칙 기반 60.0%, API 기반 30.0%로 보완 필요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모니터링: Prometheus 직접 조회와 Grafana 상세 대시보드 연결 완료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성능 테스트: k6 361요청, 오류율 0.00%, p95 7.58ms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결함 조치: Jira 자동등록 및 등록 상태 영속화 구현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83880" y="132588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1435608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향후 과제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48472" y="1801368"/>
            <a:ext cx="2871216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1) API 기반 응답의 유용성·정확성 개선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2) Grafana 패널 템플릿 고도화 및 알림 조건 추가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3) Docker Compose 기반 회귀 테스트 자동화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3977640"/>
            <a:ext cx="10607040" cy="1280160"/>
          </a:xfrm>
          <a:prstGeom prst="roundRect">
            <a:avLst>
              <a:gd name="adj" fmla="val 5714"/>
            </a:avLst>
          </a:prstGeom>
          <a:solidFill>
            <a:srgbClr val="F8FB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4087368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5E"/>
                </a:solidFill>
              </a:rPr>
              <a:t>팀 회고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1832" y="4453128"/>
            <a:ext cx="10277856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단순 기능 확인을 넘어 테스트 설계, 성능 측정, 운영 모니터링, 결함관리, 보고서 자동화를 하나의 QA 흐름으로 연결했습니다.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784080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최강3조 발표자료 | 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품질관리 팀별 발표자료 템플릿</dc:title>
  <dc:subject>팀별 발표자료 템플릿</dc:subject>
  <dc:creator>OpenAI</dc:creator>
  <cp:lastModifiedBy>OpenAI</cp:lastModifiedBy>
  <cp:revision>1</cp:revision>
  <dcterms:created xsi:type="dcterms:W3CDTF">2026-06-28T05:46:33Z</dcterms:created>
  <dcterms:modified xsi:type="dcterms:W3CDTF">2026-06-28T05:46:33Z</dcterms:modified>
</cp:coreProperties>
</file>